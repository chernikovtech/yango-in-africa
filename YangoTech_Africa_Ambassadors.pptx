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spc="600" kern="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YANGO TECH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TECHNOLOGY FOR</a:t>
            </a:r>
            <a:endParaRPr lang="en-US" sz="5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AFRICA'S NATIONAL</a:t>
            </a:r>
            <a:endParaRPr lang="en-US" sz="5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DEVELOPMENT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Infrastructure · Digital Government · MedTech · Smart Transport · FinTech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120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Moscow Ambassadors Event ·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28632" y="6126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YANGO TECH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YANGO TECH AT A GLANCE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Production-grade technology ecosystem with proven scale across emerging markets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0320" cy="16459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35+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Countries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Global operations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560320" cy="16459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783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30+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56616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Offices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Local presence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645920"/>
            <a:ext cx="2560320" cy="16459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783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32K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30936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People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Engineers &amp; specialists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778240" y="1645920"/>
            <a:ext cx="2560320" cy="16459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52560" y="1783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26M+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905256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Daily trips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5256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Across ecosystem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CORE TECHNOLOGIES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4400" y="4251960"/>
            <a:ext cx="548640" cy="54864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4361688"/>
            <a:ext cx="329184" cy="32918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48640" y="4892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&amp; 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Platforms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88920" y="4251960"/>
            <a:ext cx="548640" cy="54864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4361688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423160" y="4892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Cloud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663440" y="4251960"/>
            <a:ext cx="548640" cy="54864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4361688"/>
            <a:ext cx="329184" cy="32918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297680" y="4892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FinTech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Payments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537960" y="4251960"/>
            <a:ext cx="548640" cy="54864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361688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172200" y="4892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Mobility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8412480" y="4251960"/>
            <a:ext cx="548640" cy="54864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4361688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046720" y="4892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Maps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10287000" y="4251960"/>
            <a:ext cx="548640" cy="54864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6728" y="4361688"/>
            <a:ext cx="329184" cy="3291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921240" y="4892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Government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Solutions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548640" y="5760720"/>
            <a:ext cx="457200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1" name="Text 33"/>
          <p:cNvSpPr/>
          <p:nvPr/>
        </p:nvSpPr>
        <p:spPr>
          <a:xfrm>
            <a:off x="822960" y="5806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ango Text Medium" pitchFamily="34" charset="0"/>
                <a:ea typeface="Yango Text Medium" pitchFamily="34" charset="-122"/>
                <a:cs typeface="Yango Text Medium" pitchFamily="34" charset="-120"/>
              </a:rPr>
              <a:t>UAE DCAI AI Seal — Tier S  |  SAAL — 100% UAE-Owned Partnership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9628632" y="6309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YANGO TECH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OUR AFRICAN FOOTPRINT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Operational presence, active partnerships, and government engagement across the continent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16+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6032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Countries with Yango services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56032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Markets with active B2B partnerships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6032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African nations in STEM Fellowship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5+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6032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Government-level engagements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ACTIVE ENGAGEMENT SECTORS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103120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22376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Government &amp; public sector digitalization</a:t>
            </a:r>
            <a:endParaRPr lang="en-US" sz="13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0604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Banking, credit scoring &amp; mobile payments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10896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2376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 partnerships &amp; AI contact centers</a:t>
            </a:r>
            <a:endParaRPr lang="en-US" sz="13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61188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Healthcare &amp; national MedTech platforms</a:t>
            </a:r>
            <a:endParaRPr lang="en-US" sz="13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11480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2376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Public transport &amp; smart mobility</a:t>
            </a:r>
            <a:endParaRPr lang="en-US" sz="13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617720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2376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Sovereign cloud &amp; AI infrastructure</a:t>
            </a:r>
            <a:endParaRPr lang="en-US" sz="13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5120640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223760" y="5120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Energy &amp; smart grid solutions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6858000" y="5669280"/>
            <a:ext cx="4754880" cy="7315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9" name="Text 20"/>
          <p:cNvSpPr/>
          <p:nvPr/>
        </p:nvSpPr>
        <p:spPr>
          <a:xfrm>
            <a:off x="7040880" y="57150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Ministerial-level meetings with Technology, ICT, and Health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ministers across multiple African nations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9628632" y="6309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YANGO TECH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WHAT WE BRING TO AFRICA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Six solution pillars designed for emerging market realities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474720" cy="21031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3474720" cy="54864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54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MEDTECH &amp;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HEALTHCARE AI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National Medical ID platforms, AI-powered diagnostics, EMR search, telemedicine, home diagnostic devices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1371600"/>
            <a:ext cx="3474720" cy="21031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1371600"/>
            <a:ext cx="3474720" cy="54864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00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1554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SMART CITY &amp;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PUBLIC TRANSPORT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0" y="22860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Bus &amp; transit ticketing, route optimization, ride-hailing, fleet management, real-time passenger info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1371600"/>
            <a:ext cx="3474720" cy="21031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38160" y="1371600"/>
            <a:ext cx="3474720" cy="54864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6002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23960" y="1554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CONTACT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CENTERS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66760" y="22860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Multilingual AI voice assistants, 80% auto-handling, customer value management, quality monitoring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794760"/>
            <a:ext cx="3474720" cy="21031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3794760"/>
            <a:ext cx="3474720" cy="54864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233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3977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FINTECH &amp;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PAYMENTS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77240" y="47091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Credit scoring, e-KYC, mobile money integration, nano lending, fleet financing, micro-insurance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43400" y="3794760"/>
            <a:ext cx="3474720" cy="21031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343400" y="3794760"/>
            <a:ext cx="3474720" cy="54864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02336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29200" y="3977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GOVERNMENT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DIGITAL SERVICES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72000" y="47091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G2C/G2B portals, digital ID, tax systems, AI-powered citizen services, analytics dashboards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38160" y="3794760"/>
            <a:ext cx="3474720" cy="21031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138160" y="3794760"/>
            <a:ext cx="3474720" cy="54864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02336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23960" y="3977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SOVEREIGN AI &amp;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CLOUD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366760" y="47091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National data centers, GPU orchestration, data sovereignty, enterprise AI, ~30% TCO savings vs hyperscalers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9628632" y="6309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YANGO TECH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MEDTECH &amp; HEALTHCARE 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Transforming healthcare from fragmented services into centrally governed, AI-driven national assets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NATIONAL MEDICAL ID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Mandatory digital health identity for all citizens and residents, centralizing healthcare data under one trusted system with full data sovereignty.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40–60%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3464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Faster outbreak detection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15–25%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3464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Lower medication leakage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8–15%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34640" y="4800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Reduction in fraud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CLINICAL TOOLS</a:t>
            </a:r>
            <a:endParaRPr lang="en-US" sz="1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92024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85800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Appointment Transcription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0" y="21762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records and summarizes consultations into EMR — saves 50% of doctor admin time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8346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85800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Smart EMR Search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858000" y="30906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Natural language queries across patient records — results in seconds, not minutes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74904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5800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Knowledge Base Search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858000" y="4005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Verified medical answers from trusted sources for clinical decision support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66344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Home Diagnostic Devices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858000" y="49194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Digital stethoscope + otoscope with AI — 80% pathology detection, 95% heart murmur accuracy</a:t>
            </a:r>
            <a:endParaRPr lang="en-US" sz="1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557784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858000" y="5532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DataLens Analytics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858000" y="58338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90+ dashboards for epidemiology, equipment, staffing, finance — deployed at national scale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9628632" y="6309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YANGO TECH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SMART CITY &amp; PUBLIC TRANSPORT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From ride-hailing in 16+ African countries to national public transit digitalization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868680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Public Transport Ticketing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1828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End-to-end digital ticketing for buses, BRT, and minibus networks — QR, NFC, and mobile money integration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423160"/>
            <a:ext cx="54864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2423160"/>
            <a:ext cx="54864" cy="868680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603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Fleet Management &amp; Logistics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234440" y="2788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Real-time vehicle tracking, route optimization, fuel analytics, predictive maintenance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383280"/>
            <a:ext cx="54864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2"/>
          <p:cNvSpPr/>
          <p:nvPr/>
        </p:nvSpPr>
        <p:spPr>
          <a:xfrm>
            <a:off x="548640" y="3383280"/>
            <a:ext cx="54864" cy="868680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204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Maps &amp; Navigation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34440" y="3749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Proprietary mapping platform deployed across Africa — routing, geocoding, address systems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343400"/>
            <a:ext cx="54864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6"/>
          <p:cNvSpPr/>
          <p:nvPr/>
        </p:nvSpPr>
        <p:spPr>
          <a:xfrm>
            <a:off x="548640" y="4343400"/>
            <a:ext cx="54864" cy="868680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4805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Route Optimization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234440" y="4709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AI-powered demand prediction and dynamic scheduling to maximize ridership and reduce wait times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5303520"/>
            <a:ext cx="54864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Shape 20"/>
          <p:cNvSpPr/>
          <p:nvPr/>
        </p:nvSpPr>
        <p:spPr>
          <a:xfrm>
            <a:off x="548640" y="5303520"/>
            <a:ext cx="54864" cy="868680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4068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34440" y="5349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Passenger Information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234440" y="5669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Real-time bus tracking apps for citizens — reduce uncertainty, increase adoption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583680" y="1463040"/>
            <a:ext cx="5029200" cy="46634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1" name="Text 24"/>
          <p:cNvSpPr/>
          <p:nvPr/>
        </p:nvSpPr>
        <p:spPr>
          <a:xfrm>
            <a:off x="68580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PROVEN AT SCALE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685800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16+</a:t>
            </a:r>
            <a:endParaRPr lang="en-US" sz="3600" dirty="0"/>
          </a:p>
        </p:txBody>
      </p:sp>
      <p:sp>
        <p:nvSpPr>
          <p:cNvPr id="33" name="Text 26"/>
          <p:cNvSpPr/>
          <p:nvPr/>
        </p:nvSpPr>
        <p:spPr>
          <a:xfrm>
            <a:off x="685800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African countries 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ride-hailing operations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685800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26M+</a:t>
            </a:r>
            <a:endParaRPr lang="en-US" sz="3600" dirty="0"/>
          </a:p>
        </p:txBody>
      </p:sp>
      <p:sp>
        <p:nvSpPr>
          <p:cNvPr id="35" name="Text 28"/>
          <p:cNvSpPr/>
          <p:nvPr/>
        </p:nvSpPr>
        <p:spPr>
          <a:xfrm>
            <a:off x="685800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Daily trips processed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across our ecosystem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6858000" y="4663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50M+</a:t>
            </a:r>
            <a:endParaRPr lang="en-US" sz="3600" dirty="0"/>
          </a:p>
        </p:txBody>
      </p:sp>
      <p:sp>
        <p:nvSpPr>
          <p:cNvPr id="37" name="Text 30"/>
          <p:cNvSpPr/>
          <p:nvPr/>
        </p:nvSpPr>
        <p:spPr>
          <a:xfrm>
            <a:off x="6858000" y="5120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Daily transactions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handled globally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6858000" y="5486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Yango Text Medium" pitchFamily="34" charset="0"/>
                <a:ea typeface="Yango Text Medium" pitchFamily="34" charset="-122"/>
                <a:cs typeface="Yango Text Medium" pitchFamily="34" charset="-120"/>
              </a:rPr>
              <a:t>Already operating across your country — let's expand into public transit.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9628632" y="6309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YANGO TECH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CONTACT CENTERS &amp; CUSTOMER VALUE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566160" cy="50292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3566160" cy="54864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INBOUND &amp; OUTBOUND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VOICE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Multilingual AI assistants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(local languages + English/French/Arabic)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80% auto-handling rate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on first contact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24/7 availability 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seamless human escalation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394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Automated dialogue quality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evaluation &amp; compliance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188720"/>
            <a:ext cx="3566160" cy="50292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188720"/>
            <a:ext cx="3566160" cy="54864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4173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CUSTOMER VALUE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3774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AI-driven upsell / cross-sell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for telecoms &amp; banks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383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Churn prediction 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proactive retention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4389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Campaign micro-targeting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with ML scoring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5394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Real-time offer engine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integrated with CRM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1188720"/>
            <a:ext cx="3566160" cy="50292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188720"/>
            <a:ext cx="3566160" cy="54864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14173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IMPACT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METRICS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23774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65% cost reduction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 contact center operations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3383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3× improvement 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customer reachability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4389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40% higher conversion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on outbound campaigns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5394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NPS improvement within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first 8 weeks of pilot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28632" y="6309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YANGO TECH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FINTECH &amp; DIGITAL PAYMENTS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Partnering with banks, MNOs, and governments to expand financial inclusion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21031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2103120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Credit Scoring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1031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Alternative data models for thin-file borrowers — mobile money, telco, and behavioral signals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1371600"/>
            <a:ext cx="3566160" cy="21031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1371600"/>
            <a:ext cx="54864" cy="2103120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54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e-KYC &amp; Digital Onboarding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0" y="21031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Document verification, liveness check, biometrics — fully digital customer onboarding in minutes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1371600"/>
            <a:ext cx="3566160" cy="21031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0" y="1371600"/>
            <a:ext cx="54864" cy="2103120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544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7824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Mobile Money Integration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21040" y="21031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Collections &amp; disbursements via M-Pesa, Airtel Money, and local wallets — 70%+ mobile money penetration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3749040"/>
            <a:ext cx="3566160" cy="21031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3749040"/>
            <a:ext cx="54864" cy="2103120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319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Nano &amp; Micro Lending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22960" y="44805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AI-powered instant loan decisioning for small amounts — repayment via mobile money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297680" y="3749040"/>
            <a:ext cx="3566160" cy="21031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297680" y="3749040"/>
            <a:ext cx="54864" cy="2103120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93192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2920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Fleet &amp; Asset Financing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572000" y="44805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Vehicle and 3-wheeler financing with GPS tracking and mobile money repayment schedules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046720" y="3749040"/>
            <a:ext cx="3566160" cy="21031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046720" y="3749040"/>
            <a:ext cx="54864" cy="2103120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93192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7824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Micro-Insurance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321040" y="44805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Health, life, device, and crop protection products — embedded distribution via mobile operators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9628632" y="6309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YANGO TECH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GOVERNMENT DIGITAL SERVICES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Enabling e-Government transformation with production-grade platforms deployed at national scale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2560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G2C &amp; G2B DIGITAL PORTAL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ango Text Medium" pitchFamily="34" charset="0"/>
                <a:ea typeface="Yango Text Medium" pitchFamily="34" charset="-122"/>
                <a:cs typeface="Yango Text Medium" pitchFamily="34" charset="-120"/>
              </a:rPr>
              <a:t>420+ public services in convenient digital format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Unified citizen-facing portal allowing government services to be accessed online — from business licenses to passport renewals, permit applications to tax filings. Deployed and serving millions of users at national scale.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371600"/>
            <a:ext cx="5029200" cy="2560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ASSISTANT FOR GOVERNMENT</a:t>
            </a:r>
            <a:endParaRPr lang="en-US" sz="1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10312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78040" y="2103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chatbot for citizen inquiries — integrates with backend systems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06040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606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Analytics assistant — dashboards without SQL or IT support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10896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78040" y="3108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Smart search across portals, knowledge bases, and documents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611880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78040" y="36118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Natural language queries across structured data, PDFs, and scans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4297680"/>
            <a:ext cx="3611880" cy="18288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0" name="Text 14"/>
          <p:cNvSpPr/>
          <p:nvPr/>
        </p:nvSpPr>
        <p:spPr>
          <a:xfrm>
            <a:off x="82296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Digital ID Systems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22960" y="49377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National identity platforms with biometrics and data integration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343400" y="4297680"/>
            <a:ext cx="3611880" cy="18288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3" name="Text 17"/>
          <p:cNvSpPr/>
          <p:nvPr/>
        </p:nvSpPr>
        <p:spPr>
          <a:xfrm>
            <a:off x="461772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Tax &amp; Revenue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617720" y="49377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AI-powered tax collection and withholding at point of transaction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8138160" y="4297680"/>
            <a:ext cx="3611880" cy="18288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6" name="Text 20"/>
          <p:cNvSpPr/>
          <p:nvPr/>
        </p:nvSpPr>
        <p:spPr>
          <a:xfrm>
            <a:off x="841248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Reporting &amp; Planning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412480" y="49377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analytics for ministry-level reporting and task planning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628632" y="6309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YANGO TECH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SOVEREIGN AI &amp; CLOUD INFRASTRUCTURE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Full data sovereignty with self-developed, hyperscale cloud — no dependency on third-party vendors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029200" cy="54864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ango Text Medium" pitchFamily="34" charset="0"/>
                <a:ea typeface="Yango Text Medium" pitchFamily="34" charset="-122"/>
                <a:cs typeface="Yango Text Medium" pitchFamily="34" charset="-120"/>
              </a:rPr>
              <a:t>Applications (SaaS)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029200" cy="5486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ango Text Medium" pitchFamily="34" charset="0"/>
                <a:ea typeface="Yango Text Medium" pitchFamily="34" charset="-122"/>
                <a:cs typeface="Yango Text Medium" pitchFamily="34" charset="-120"/>
              </a:rPr>
              <a:t>Platform Services (PaaS)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5029200" cy="54864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517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ango Text Medium" pitchFamily="34" charset="0"/>
                <a:ea typeface="Yango Text Medium" pitchFamily="34" charset="-122"/>
                <a:cs typeface="Yango Text Medium" pitchFamily="34" charset="-120"/>
              </a:rPr>
              <a:t>Infrastructure (IaaS)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029200" cy="548640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ango Text Medium" pitchFamily="34" charset="0"/>
                <a:ea typeface="Yango Text Medium" pitchFamily="34" charset="-122"/>
                <a:cs typeface="Yango Text Medium" pitchFamily="34" charset="-120"/>
              </a:rPr>
              <a:t>Data Centers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9144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1414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Containers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554480" y="4023360"/>
            <a:ext cx="9144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1414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Machine Learning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60320" y="4023360"/>
            <a:ext cx="9144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1414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Data Platform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566160" y="4023360"/>
            <a:ext cx="9144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1414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Security Services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0" y="4023360"/>
            <a:ext cx="9144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1414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Serverless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KEY DIFFERENTIATORS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83680" y="2011680"/>
            <a:ext cx="54864" cy="64008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Superior Security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23042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Local regulation &amp; certification compliance, full data residency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2761488"/>
            <a:ext cx="54864" cy="64008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2761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Self-Developed Platform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30540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No dependency on third-party software vendors — fully sovereign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3511296"/>
            <a:ext cx="54864" cy="64008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35112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Advanced ML/AI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38039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ML data scientist tools, cognitive services, LLM APIs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4261104"/>
            <a:ext cx="54864" cy="64008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42611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~30% TCO Savings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0" y="45537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Compared to AWS, GCP, and Azure — competitive pricing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0" y="5010912"/>
            <a:ext cx="54864" cy="64008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0" y="5010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Partnership Model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0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Open to reseller, solution, or strategic partnership structures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83680" y="5760720"/>
            <a:ext cx="54864" cy="64008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0" y="5760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In-House Hardware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58000" y="60533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Own server rack design, R&amp;D, and supply chain management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628632" y="6309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YANGO TECH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HOW WE WORK WITH GOVERNMENTS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Flexible engagement models designed for African government procurement realities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51760" cy="23774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2651760" cy="54864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Pilot-First Approach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4–8 week proof of concept per solution. Low upfront investment. Measurable outcomes before scaling.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371600"/>
            <a:ext cx="2651760" cy="23774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371600"/>
            <a:ext cx="2651760" cy="54864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00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Revenue-Share / OPEX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Aligned incentives, no heavy CAPEX. Pay as you grow. Reduces fiscal risk for government partners.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371600"/>
            <a:ext cx="2651760" cy="23774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002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Measurable KPIs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9224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Cost reduction, revenue uplift, NPS, and service delivery metrics agreed upfront before engagement.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52560" y="1371600"/>
            <a:ext cx="2651760" cy="23774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52560" y="1371600"/>
            <a:ext cx="2651760" cy="54864"/>
          </a:xfrm>
          <a:prstGeom prst="rect">
            <a:avLst/>
          </a:prstGeom>
          <a:solidFill>
            <a:srgbClr val="FF1A1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6002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Forward Deployed Engineers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32688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On-ground Yango Tech team in your capital for implementation. Knowledge transfer built in.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PUBLIC-PRIVATE PARTNERSHIP STRUCTURES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548640" y="4663440"/>
            <a:ext cx="2651760" cy="14630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7" name="Text 21"/>
          <p:cNvSpPr/>
          <p:nvPr/>
        </p:nvSpPr>
        <p:spPr>
          <a:xfrm>
            <a:off x="73152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1A1A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Technology Transfer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31520" y="5120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We deploy, train local teams, and transfer operational ownership over 12–24 months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383280" y="4663440"/>
            <a:ext cx="2651760" cy="14630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0" name="Text 24"/>
          <p:cNvSpPr/>
          <p:nvPr/>
        </p:nvSpPr>
        <p:spPr>
          <a:xfrm>
            <a:off x="356616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1A1A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Joint Venture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3566160" y="5120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Shared-ownership entities with local partners for long-term revenue participation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217920" y="4663440"/>
            <a:ext cx="2651760" cy="14630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3" name="Text 27"/>
          <p:cNvSpPr/>
          <p:nvPr/>
        </p:nvSpPr>
        <p:spPr>
          <a:xfrm>
            <a:off x="640080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1A1A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Managed Services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400800" y="5120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Full SLA-based operation of digital infrastructure on behalf of government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9052560" y="4663440"/>
            <a:ext cx="2651760" cy="14630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6" name="Text 30"/>
          <p:cNvSpPr/>
          <p:nvPr/>
        </p:nvSpPr>
        <p:spPr>
          <a:xfrm>
            <a:off x="923544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1A1A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Consortium Model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9235440" y="5120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Teaming with local systems integrators and financing partners for large-scale tenders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9628632" y="6309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1414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YANGO TECH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NEXT STEPS — FIT-GAP ANALYSIS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 phased approach to successful implementation and measurable results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51760" cy="27432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MAP CURRENT STATE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Analyze processes, systems, and pain points. Produce comprehensive as-is documentation.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51760" cy="27432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645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2377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FIND THE BEST FIT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30175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Identify gaps. Select digital tools. Define implementation roadmap.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51760" cy="27432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45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92240" y="2377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QUANTIFY IMPACT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0175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Model improvements in time, cost, and quality. Build business case with ROI.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1463040"/>
            <a:ext cx="2651760" cy="27432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0" y="1645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326880" y="2377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RUN FOCUSED PILOT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0" y="30175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Implement solution. Measure results. Refine for full-scale rollout.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11091672" cy="13716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846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START SMALL. PROVE VALUE. SCALE FAST.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005840" y="5394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We invite each nation to begin with a bilateral discussion to identify which solutions best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fit your country's digital transformation priorities. Let's build the roadmap together.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28632" y="6309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YANGO TECH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LET'S BUILD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AFRICA'S DIGITAL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FUTURE TOGETHER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Evgeny Chernikov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Chief Operating Officer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eechernikov@yango-team.com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YANGO TECH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Tech × Africa: Technology for National Development</dc:title>
  <dc:subject>PptxGenJS Presentation</dc:subject>
  <dc:creator>Yango Tech</dc:creator>
  <cp:lastModifiedBy>Yango Tech</cp:lastModifiedBy>
  <cp:revision>1</cp:revision>
  <dcterms:created xsi:type="dcterms:W3CDTF">2026-03-10T17:31:49Z</dcterms:created>
  <dcterms:modified xsi:type="dcterms:W3CDTF">2026-03-10T17:31:49Z</dcterms:modified>
</cp:coreProperties>
</file>